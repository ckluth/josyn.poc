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B810831-4D00-43CF-92A7-6E01A3549773}" v="1" dt="2026-05-22T20:46:50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ofer Kluth" userId="795953a0a526a212" providerId="LiveId" clId="{79824B04-5CF6-4FF2-8DDF-BC29BBFDA83C}"/>
    <pc:docChg chg="undo custSel modSld">
      <pc:chgData name="Christofer Kluth" userId="795953a0a526a212" providerId="LiveId" clId="{79824B04-5CF6-4FF2-8DDF-BC29BBFDA83C}" dt="2026-05-22T20:47:03.571" v="57" actId="693"/>
      <pc:docMkLst>
        <pc:docMk/>
      </pc:docMkLst>
      <pc:sldChg chg="addSp modSp mod">
        <pc:chgData name="Christofer Kluth" userId="795953a0a526a212" providerId="LiveId" clId="{79824B04-5CF6-4FF2-8DDF-BC29BBFDA83C}" dt="2026-05-22T20:47:03.571" v="57" actId="693"/>
        <pc:sldMkLst>
          <pc:docMk/>
          <pc:sldMk cId="1122972851" sldId="256"/>
        </pc:sldMkLst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4" creationId="{4DD7CFB5-9A4B-3605-DDFE-2E02B7AD2F62}"/>
          </ac:spMkLst>
        </pc:spChg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5" creationId="{9907C4D9-7612-0DA9-ABC0-7B39EC18D6E0}"/>
          </ac:spMkLst>
        </pc:spChg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6" creationId="{6A69E474-8C7D-BE0F-8C95-299066E0EE61}"/>
          </ac:spMkLst>
        </pc:spChg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7" creationId="{248F0930-41F9-435E-0DBF-BE2619D88357}"/>
          </ac:spMkLst>
        </pc:spChg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8" creationId="{C67557E5-CCF9-1C89-479F-099BBDBEAE06}"/>
          </ac:spMkLst>
        </pc:spChg>
        <pc:spChg chg="mod">
          <ac:chgData name="Christofer Kluth" userId="795953a0a526a212" providerId="LiveId" clId="{79824B04-5CF6-4FF2-8DDF-BC29BBFDA83C}" dt="2026-05-22T20:45:02.540" v="44" actId="1038"/>
          <ac:spMkLst>
            <pc:docMk/>
            <pc:sldMk cId="1122972851" sldId="256"/>
            <ac:spMk id="9" creationId="{0DECBC33-D4D5-BFAD-AB54-518DE8A97A02}"/>
          </ac:spMkLst>
        </pc:spChg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10" creationId="{25D7DF2C-A93D-B7D4-2D61-801DED2C4DF6}"/>
          </ac:spMkLst>
        </pc:spChg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14" creationId="{2EE40B8E-6D4B-0847-29DA-96A93B272A0B}"/>
          </ac:spMkLst>
        </pc:spChg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15" creationId="{49232763-E8AD-0BB8-AFF7-CDBAAF306DA8}"/>
          </ac:spMkLst>
        </pc:spChg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16" creationId="{798FBEF2-4583-E052-153C-027D08D1D3EF}"/>
          </ac:spMkLst>
        </pc:spChg>
        <pc:spChg chg="mod">
          <ac:chgData name="Christofer Kluth" userId="795953a0a526a212" providerId="LiveId" clId="{79824B04-5CF6-4FF2-8DDF-BC29BBFDA83C}" dt="2026-05-22T20:44:57.837" v="34" actId="1038"/>
          <ac:spMkLst>
            <pc:docMk/>
            <pc:sldMk cId="1122972851" sldId="256"/>
            <ac:spMk id="17" creationId="{14870CA6-E226-0FC5-6444-D65D3A7F31A9}"/>
          </ac:spMkLst>
        </pc:spChg>
        <pc:cxnChg chg="add mod">
          <ac:chgData name="Christofer Kluth" userId="795953a0a526a212" providerId="LiveId" clId="{79824B04-5CF6-4FF2-8DDF-BC29BBFDA83C}" dt="2026-05-22T20:46:48.959" v="54" actId="1076"/>
          <ac:cxnSpMkLst>
            <pc:docMk/>
            <pc:sldMk cId="1122972851" sldId="256"/>
            <ac:cxnSpMk id="20" creationId="{0B94FB30-238D-522D-B55B-969D2E11F15B}"/>
          </ac:cxnSpMkLst>
        </pc:cxnChg>
        <pc:cxnChg chg="add mod">
          <ac:chgData name="Christofer Kluth" userId="795953a0a526a212" providerId="LiveId" clId="{79824B04-5CF6-4FF2-8DDF-BC29BBFDA83C}" dt="2026-05-22T20:47:03.571" v="57" actId="693"/>
          <ac:cxnSpMkLst>
            <pc:docMk/>
            <pc:sldMk cId="1122972851" sldId="256"/>
            <ac:cxnSpMk id="21" creationId="{4FE393CA-A590-3BA5-A2E8-8F775166213E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4BC469-D284-6F73-3535-BA3C0D8614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7808B21D-6CF8-586A-2230-D0ED8CAF2B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74DDFE-9C7B-45C5-42FF-CBFB509A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769E5E-F695-04B4-2FBD-D98B0F169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18A572-E2C3-53D5-9B4E-FEA36C1F7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79463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61132F8-3B33-0179-4982-6EFB6F9F4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68BD52B-B6DA-7591-65BB-B182EDE3DA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BDCF0C1-D723-40B4-CC12-2D2FFCA0CE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31CACB7-006E-9E43-CAFD-C35CD528A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C40304-6BF0-646F-42AA-850923E548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633384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B5E6DBB-779E-513F-E7C2-7AEEC6999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0D1983E-86CB-F810-24DF-3A7E3DD7CA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5D9BCD2D-3F3A-100F-1ED5-A1E3F63F3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009CA8-2367-9DDE-660A-DA4A80C45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43B0722-722C-5BFD-DF32-40C39E173F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01553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921B881-060E-A0C5-6DE9-3CBD3973B5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70A1D68-DFD5-D2E3-EA37-B7617B217A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F05E94-393F-27A2-D573-0C2632EC87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86022DF-00CA-3254-106A-C724538530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8C6F521B-F4D8-43CC-FD01-B1118ABAD4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F375F13-498D-E112-77F9-B1536CEAF7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40164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0BAF0D2-F182-4926-F8AB-F240D75133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D94B65D2-B22C-D906-4E5E-801F3AE0AD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DCE02F2-CAA6-65C6-78BC-7829A014B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3BB13AD5-A15A-D569-A9DD-E3B8A4538B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ED7C4A6-825F-4F91-CA02-69CA015E89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50C6494-441B-79EB-4C33-6F2F78D8B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D5434B40-8BFE-375C-4DA8-E2D96691B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E180F8B2-31DA-A97B-BCCB-BDD7810B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46839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27C617-164D-7D00-B286-829709417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2C1D2748-F2E6-1123-6CFA-4A1439049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3057612-172F-7849-442C-27E099CAED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57A01FF-2DBC-2204-781C-0CE3B7D27B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63697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A32AD42-FA50-4CBC-D407-DA701BBD6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3A8F068-3515-3BFE-63A7-FD3C0B8EA2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949866BB-7F8D-1882-27E3-D8D4BA1601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12505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5C86C46-BF72-3BF0-7CCD-FAE85A6B1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A6739F0-6AB7-3A87-A3AF-48524BA803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2D92394-C91E-405A-5A6B-654F20443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9FB3C4E-BF53-CE95-5D0F-78CBABE648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C1376C4-81A0-99C6-F503-450FBCB8F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B847D964-5410-D689-CA65-6756678F5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16268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20BF917-E85F-BD90-FA88-FE9BF729B7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A6ED27B-9DD0-2F2F-E68E-C8395CF9D6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5D422F8-3589-42B1-C368-1E794CF3A0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06EFA0F-DCA2-B5A2-B475-2C4B44B34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D699B7-3741-3537-03DF-8CE81DE79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22C04CA4-5C6A-F686-91F7-C01C79AA1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275976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986B16-0D14-0C6E-A25C-73C2D3DC8C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6D6419C-CB28-ADC6-232E-7B44966363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19A62CF-20F2-3A0B-7F0F-79D6B130A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265D62C-4C8B-4070-39F0-823B56F9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1DA9D87-8906-3D4D-B551-52ECCE4D5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386862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B30B2179-70E9-D8D7-4A6A-1268F2EC207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8F6A39D-F4F3-8243-508D-1B98679FB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B487C18B-6555-067A-49C0-C40026C3A0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2529461E-FAF3-364F-4E51-00A42D12B2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F305E0B-A7EA-6441-56A2-4247B16E5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6899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F4DBCF0-7A0C-D98B-E3BB-61E444E6FF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0032565-E2B6-D68F-DB28-A88803D8C7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DD5D743-DFF4-6F21-79A9-01F9E4A227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6FF2F1-F8B7-45D3-8074-90B9F218359C}" type="datetimeFigureOut">
              <a:rPr lang="de-DE" smtClean="0"/>
              <a:t>22.05.2026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8415BE3-63AD-A66E-B6C4-231DBF53D1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D2AF050-7AAA-05AE-077D-A9ABF32C67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DFD7B3-7F67-4676-A334-08648EE4B6F4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815129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3">
            <a:extLst>
              <a:ext uri="{FF2B5EF4-FFF2-40B4-BE49-F238E27FC236}">
                <a16:creationId xmlns:a16="http://schemas.microsoft.com/office/drawing/2014/main" id="{4DD7CFB5-9A4B-3605-DDFE-2E02B7AD2F62}"/>
              </a:ext>
            </a:extLst>
          </p:cNvPr>
          <p:cNvSpPr/>
          <p:nvPr/>
        </p:nvSpPr>
        <p:spPr>
          <a:xfrm>
            <a:off x="5455920" y="787908"/>
            <a:ext cx="1792224" cy="8595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Resultpattern</a:t>
            </a:r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9907C4D9-7612-0DA9-ABC0-7B39EC18D6E0}"/>
              </a:ext>
            </a:extLst>
          </p:cNvPr>
          <p:cNvSpPr/>
          <p:nvPr/>
        </p:nvSpPr>
        <p:spPr>
          <a:xfrm>
            <a:off x="5455920" y="1871472"/>
            <a:ext cx="1792224" cy="85953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PropertyBag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6A69E474-8C7D-BE0F-8C95-299066E0EE61}"/>
              </a:ext>
            </a:extLst>
          </p:cNvPr>
          <p:cNvSpPr/>
          <p:nvPr/>
        </p:nvSpPr>
        <p:spPr>
          <a:xfrm>
            <a:off x="5498592" y="3022092"/>
            <a:ext cx="1792224" cy="710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JIP</a:t>
            </a:r>
          </a:p>
        </p:txBody>
      </p:sp>
      <p:sp>
        <p:nvSpPr>
          <p:cNvPr id="7" name="Ellipse 6">
            <a:extLst>
              <a:ext uri="{FF2B5EF4-FFF2-40B4-BE49-F238E27FC236}">
                <a16:creationId xmlns:a16="http://schemas.microsoft.com/office/drawing/2014/main" id="{248F0930-41F9-435E-0DBF-BE2619D88357}"/>
              </a:ext>
            </a:extLst>
          </p:cNvPr>
          <p:cNvSpPr/>
          <p:nvPr/>
        </p:nvSpPr>
        <p:spPr>
          <a:xfrm>
            <a:off x="5455920" y="4622292"/>
            <a:ext cx="1792224" cy="104241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JAP</a:t>
            </a:r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C67557E5-CCF9-1C89-479F-099BBDBEAE06}"/>
              </a:ext>
            </a:extLst>
          </p:cNvPr>
          <p:cNvSpPr/>
          <p:nvPr/>
        </p:nvSpPr>
        <p:spPr>
          <a:xfrm>
            <a:off x="8389957" y="2566416"/>
            <a:ext cx="1470660" cy="1165860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JobHost (JAPClient)</a:t>
            </a:r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0DECBC33-D4D5-BFAD-AB54-518DE8A97A02}"/>
              </a:ext>
            </a:extLst>
          </p:cNvPr>
          <p:cNvSpPr/>
          <p:nvPr/>
        </p:nvSpPr>
        <p:spPr>
          <a:xfrm>
            <a:off x="2635424" y="2572512"/>
            <a:ext cx="1387224" cy="1065276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JAPServer</a:t>
            </a:r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25D7DF2C-A93D-B7D4-2D61-801DED2C4DF6}"/>
              </a:ext>
            </a:extLst>
          </p:cNvPr>
          <p:cNvSpPr/>
          <p:nvPr/>
        </p:nvSpPr>
        <p:spPr>
          <a:xfrm>
            <a:off x="9982200" y="1627632"/>
            <a:ext cx="1792224" cy="710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Job 1</a:t>
            </a:r>
          </a:p>
        </p:txBody>
      </p:sp>
      <p:sp>
        <p:nvSpPr>
          <p:cNvPr id="11" name="Ellipse 10">
            <a:extLst>
              <a:ext uri="{FF2B5EF4-FFF2-40B4-BE49-F238E27FC236}">
                <a16:creationId xmlns:a16="http://schemas.microsoft.com/office/drawing/2014/main" id="{F619D4FE-457B-D155-2578-7CECCA5DD8CB}"/>
              </a:ext>
            </a:extLst>
          </p:cNvPr>
          <p:cNvSpPr/>
          <p:nvPr/>
        </p:nvSpPr>
        <p:spPr>
          <a:xfrm>
            <a:off x="486157" y="1536192"/>
            <a:ext cx="1792224" cy="710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Alt-System</a:t>
            </a:r>
          </a:p>
        </p:txBody>
      </p:sp>
      <p:sp>
        <p:nvSpPr>
          <p:cNvPr id="12" name="Ellipse 11">
            <a:extLst>
              <a:ext uri="{FF2B5EF4-FFF2-40B4-BE49-F238E27FC236}">
                <a16:creationId xmlns:a16="http://schemas.microsoft.com/office/drawing/2014/main" id="{8871B3EE-D013-CDF4-98CE-9DFBD300D87C}"/>
              </a:ext>
            </a:extLst>
          </p:cNvPr>
          <p:cNvSpPr/>
          <p:nvPr/>
        </p:nvSpPr>
        <p:spPr>
          <a:xfrm>
            <a:off x="486157" y="2592324"/>
            <a:ext cx="1792224" cy="710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Neu-System</a:t>
            </a:r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5D13D15F-6888-2380-B619-31F512081B1A}"/>
              </a:ext>
            </a:extLst>
          </p:cNvPr>
          <p:cNvSpPr/>
          <p:nvPr/>
        </p:nvSpPr>
        <p:spPr>
          <a:xfrm>
            <a:off x="534925" y="3732276"/>
            <a:ext cx="1792224" cy="710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Fake-System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2EE40B8E-6D4B-0847-29DA-96A93B272A0B}"/>
              </a:ext>
            </a:extLst>
          </p:cNvPr>
          <p:cNvSpPr/>
          <p:nvPr/>
        </p:nvSpPr>
        <p:spPr>
          <a:xfrm>
            <a:off x="9982200" y="2757678"/>
            <a:ext cx="1792224" cy="710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Job 2</a:t>
            </a:r>
          </a:p>
        </p:txBody>
      </p:sp>
      <p:sp>
        <p:nvSpPr>
          <p:cNvPr id="15" name="Ellipse 14">
            <a:extLst>
              <a:ext uri="{FF2B5EF4-FFF2-40B4-BE49-F238E27FC236}">
                <a16:creationId xmlns:a16="http://schemas.microsoft.com/office/drawing/2014/main" id="{49232763-E8AD-0BB8-AFF7-CDBAAF306DA8}"/>
              </a:ext>
            </a:extLst>
          </p:cNvPr>
          <p:cNvSpPr/>
          <p:nvPr/>
        </p:nvSpPr>
        <p:spPr>
          <a:xfrm>
            <a:off x="10049256" y="3907536"/>
            <a:ext cx="1792224" cy="71018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>
                <a:solidFill>
                  <a:schemeClr val="tx1"/>
                </a:solidFill>
              </a:rPr>
              <a:t>Job 3</a:t>
            </a:r>
          </a:p>
        </p:txBody>
      </p:sp>
      <p:sp>
        <p:nvSpPr>
          <p:cNvPr id="16" name="Ellipse 15">
            <a:extLst>
              <a:ext uri="{FF2B5EF4-FFF2-40B4-BE49-F238E27FC236}">
                <a16:creationId xmlns:a16="http://schemas.microsoft.com/office/drawing/2014/main" id="{798FBEF2-4583-E052-153C-027D08D1D3EF}"/>
              </a:ext>
            </a:extLst>
          </p:cNvPr>
          <p:cNvSpPr/>
          <p:nvPr/>
        </p:nvSpPr>
        <p:spPr>
          <a:xfrm>
            <a:off x="5001009" y="403860"/>
            <a:ext cx="2718815" cy="3867912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14870CA6-E226-0FC5-6444-D65D3A7F31A9}"/>
              </a:ext>
            </a:extLst>
          </p:cNvPr>
          <p:cNvSpPr/>
          <p:nvPr/>
        </p:nvSpPr>
        <p:spPr>
          <a:xfrm>
            <a:off x="4187240" y="86868"/>
            <a:ext cx="4124278" cy="59832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>
              <a:solidFill>
                <a:schemeClr val="tx1"/>
              </a:solidFill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1153A06B-5590-4B09-DBF8-02B506BCF671}"/>
              </a:ext>
            </a:extLst>
          </p:cNvPr>
          <p:cNvSpPr/>
          <p:nvPr/>
        </p:nvSpPr>
        <p:spPr>
          <a:xfrm>
            <a:off x="190782" y="403860"/>
            <a:ext cx="2370395" cy="5297424"/>
          </a:xfrm>
          <a:prstGeom prst="ellipse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1400">
              <a:solidFill>
                <a:schemeClr val="tx1"/>
              </a:solidFill>
            </a:endParaRPr>
          </a:p>
        </p:txBody>
      </p:sp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B94FB30-238D-522D-B55B-969D2E11F15B}"/>
              </a:ext>
            </a:extLst>
          </p:cNvPr>
          <p:cNvCxnSpPr/>
          <p:nvPr/>
        </p:nvCxnSpPr>
        <p:spPr>
          <a:xfrm>
            <a:off x="2561177" y="86868"/>
            <a:ext cx="0" cy="6396228"/>
          </a:xfrm>
          <a:prstGeom prst="line">
            <a:avLst/>
          </a:prstGeom>
          <a:ln w="571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Gerader Verbinder 20">
            <a:extLst>
              <a:ext uri="{FF2B5EF4-FFF2-40B4-BE49-F238E27FC236}">
                <a16:creationId xmlns:a16="http://schemas.microsoft.com/office/drawing/2014/main" id="{4FE393CA-A590-3BA5-A2E8-8F775166213E}"/>
              </a:ext>
            </a:extLst>
          </p:cNvPr>
          <p:cNvCxnSpPr/>
          <p:nvPr/>
        </p:nvCxnSpPr>
        <p:spPr>
          <a:xfrm>
            <a:off x="4121753" y="86868"/>
            <a:ext cx="0" cy="6396228"/>
          </a:xfrm>
          <a:prstGeom prst="line">
            <a:avLst/>
          </a:prstGeom>
          <a:ln w="57150"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97285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</Words>
  <Application>Microsoft Office PowerPoint</Application>
  <PresentationFormat>Breitbild</PresentationFormat>
  <Paragraphs>12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Christofer Kluth</dc:creator>
  <cp:lastModifiedBy>Christofer Kluth</cp:lastModifiedBy>
  <cp:revision>1</cp:revision>
  <dcterms:created xsi:type="dcterms:W3CDTF">2026-05-22T20:34:46Z</dcterms:created>
  <dcterms:modified xsi:type="dcterms:W3CDTF">2026-05-22T20:47:08Z</dcterms:modified>
</cp:coreProperties>
</file>